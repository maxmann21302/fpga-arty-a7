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Titelfolie. Die Vorschaubilder zeigen die fünf Anzeigen des Projekts.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Ziel der Arbeit: Ein Farbdisplay über SPI ansteuern und darauf Logos und ein Spiel anzeigen. Betonen: Es gibt keinen Prozessor, jede Funktion ist eine Schaltung, die parallel zu den anderen läuft.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Frage aus dem Projekt: Ist GND mit GND und VCC mit VCC verbunden? Ja, wenn das Modul direkt und nicht versetzt gesteckt ist. Prüfung per Messung: 3,3 V zwischen Pin 6 und Pin 5. Nie 5 V anlegen (max. 3,4 V an den Pmod-Pins).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Für Zuhörer ohne FPGA-Erfahrung: Der Unterschied zum Mikrocontroller ist die Parallelität. Register-Logik-Register ist das Grundmuster jeder Schaltung.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Werkzeugkette erklären. Das Skript gen_rom.py erzeugt vorab die Bild-ROMs als VHDL-Paket.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Datenfluss: Schalter, Render, Controller, SPI, Display. Der Controller fragt Pixel für Pixel nach der Farbe; es gibt keinen Bildspeicher im FPGA.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 Beispiel 0xAE (Display aus) Bit für Bit erklären. Das Display kann nur empfangen; es gibt kein MISO.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Jeder Zustand wartet HALF = 8 Takte. Ein Byte dauert rund 140 Takte inklusive Vorlauf und Handshake.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Panelspannung darf erst nach der Konfiguration kommen, sonst droht Schaden am OLED. Hinweis: Die Digilent-Liste enthält zusätzlich FD 12 und das Löschen des Bildspeichers; im Projekt wurden diese Schritte weggelassen und es läuft trotzdem.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ST_WAIT ist ein universeller Warteschritt mit Zähler. Die Bild-Schleife läuft endlos.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Wichtig: Der FPGA sendet nur die Pixel in der richtigen Reihenfolge, keine Adressen.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Rechenbeispiel durchgehen: 227 geteilt durch 8 ist 28, das sind fünf 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Bildrate ist berechnet, nicht gemessen. Weil sich nur am Bildende etwas ändert, zerreißt das Bild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 Vorschauen sind aus den echten ROM-Daten des Projekts gerendert, nicht nachgebaut.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Warum Pipeline: Ein langer Rechenweg müsste in 10 ns fertig sein. Mit Registern dazwischen ist jede Stufe kurz.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for-Schleife in get_px ist kein Zeitablauf, sondern beschreibt einen Multiplexer.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Eine Drehung zu rechnen wäre aufwendiger und würde treppige Kanten liefern. Das H ist nach 180 Grad wieder gleich, daher genügen 32 Winkel.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Neun Punkte zum Sieg, danach Neustart. Der Verlierer des Punktes bekommt den Aufschlag.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Beispiel aus der Dokumentation: Ball bei bx=12, vx=-3, Schläger bei y=25 - nach drei Bildern Treffer, vx wird +4.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offset = Ballmitte relativ zur Schlägeroberkante.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Bedienlatenz: höchstens ca. 30 ms (10 ms Filter + bis zu einem Bild).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Simulation läuft mit schnellerem SPI-Takt und kürzeren Wartezeiten; die Logik ist dieselbe.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Zum Abschluss: Orientierung des Displays und Farbreihenfolge lassen sich über den Remap-Wert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4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Pmod OLEDrgb per SPI am Arty A7-35T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DDEBFA"/>
                </a:solidFill>
                <a:latin typeface="Calibri"/>
              </a:defRPr>
            </a:pPr>
            <a:r>
              <a:t>Bosch-Logo  |  HHN-Logo  |  rotierender Anker  |  Pong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DDEBFA"/>
                </a:solidFill>
                <a:latin typeface="Calibri"/>
              </a:defRPr>
            </a:pPr>
            <a:r>
              <a:t>Projekt prj_spi  |  Digitale Schaltungstechnik  |  Autor / Gruppe: noch zu ergänzen</a:t>
            </a:r>
          </a:p>
        </p:txBody>
      </p:sp>
      <p:pic>
        <p:nvPicPr>
          <p:cNvPr id="6" name="Picture 5" descr="14_bildschi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96" y="3840480"/>
            <a:ext cx="10598727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Aufgabe und Ergebnis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_moduswa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" y="1143000"/>
            <a:ext cx="1040129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Pmod OLEDrgb (96 x 64, SPI) an Pmod JD des Arty A7-35T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Vier Schalter wählen das Bild: Bosch, Bosch drehend, HHN, Pong - sonst Hinweis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Alles als Schaltung in VHDL - kein Prozessor; Simulation bestanden, Betrieb auf dem Board bestätigt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Hardware: Anschluss an JD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hardware_anschlu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76" y="1143000"/>
            <a:ext cx="924560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Pmod-Stecker passt 1:1: GND auf Pin 5/11, VCC (3,3 V) auf Pin 6/12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JD ist ein Standard-Pmod mit 200-Ohm-Schutzwiderständen [1]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Signale: CS, MOSI, SCK, D/C, RES, VCCEN, PMODEN [2]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Was ist ein FPGA?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fpga_grundla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" y="1143000"/>
            <a:ext cx="1040129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LUT = Logikfunktion als Tabelle, Flip-Flop = 1 Bit Speicher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Alle Bausteine arbeiten gleichzeitig im 100-MHz-Takt (10 ns)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Man beschreibt eine Schaltung (VHDL), man programmiert nicht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Vom VHDL-Text zum laufenden FPGA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tool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0213"/>
            <a:ext cx="11274552" cy="39460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Simulation (GHDL) prüft das Design am PC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Vivado: Synthese, Implementierung (Pins aus der XDC), Bitstream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Das Laden über USB-JTAG dauert ca. 6 s; die Konfiguration ist flüchtig 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Gesamtaufbau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blockschaltbild_gesa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741" y="1143000"/>
            <a:ext cx="8625468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input_filter: Sync + Entprellung für Schalter und Taster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oled_render: Welche Farbe hat Pixel (x, y)?  oled_ctrl: Ablauf und Pixelzähler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spi_tx: sendet jedes Byte seriell an das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SPI Mode 3 - ein Byte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spi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5" y="1143000"/>
            <a:ext cx="95097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SCK ruht auf 1; Bit wechselt bei fallender, wird bei steigender Flanke gelesen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SCK = 100 MHz / 16 = 6,25 MHz (Datenblatt: min. 150 ns Periode) [2]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D/C: 0 = Kommando, 1 = Pixeldaten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SPI-Sender spi_tx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spi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79747"/>
            <a:ext cx="11274552" cy="40870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Fünf Zustände: IDLE, LEAD, LOW, HIGH, TRAIL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hold = 1 hält CS für den ganzen Pixelstrom auf 0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done meldet einen Takt lang: Byte fertig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Display einschalten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einschaltsequen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63" y="1143000"/>
            <a:ext cx="10736825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Reihenfolge: PMODEN, Reset, Konfiguration, dann erst VCCEN und Display-ein [2]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37 Konfigurations-Bytes (Remap, Kontrast, Ströme ...)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Zeiten: 20 ms, 100 µs, 3 ms, 25 ms, 100 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Ablaufsteuerung oled_ctrl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ctrl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5" y="1143000"/>
            <a:ext cx="95097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Zustandsautomat: Strom, Reset, Init, VCC, Display ein, dann Bild-Schleife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Pro Pixel: 12 Takte warten (Pipeline), Byte hi, Byte lo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Nach dem letzten Pixel: frame_tick und zurück zum Kopf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Ein Bild übertragen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bildaufb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981" y="1143000"/>
            <a:ext cx="875898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96 x 64 = 6144 Pixel x 2 Byte = 12 288 Datenbytes pro Bild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Kopf 15 00 5F 75 00 3F legt das Fenster fest; das Display zählt die Adresse selbst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Zeile für Zeile, links nach rechts, oben nach unten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Farbe: RGB565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rgb5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16" y="1143000"/>
            <a:ext cx="1109472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5 Bit Rot, 6 Bit Grün, 5 Bit Blau = 16 Bit pro Pixel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Bosch-Rot (227, 0, 21) = 0xE002; Weiß 0xFFFF; Schwarz 0x0000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Erst das obere, dann das untere Byte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Zeitbedarf eines Bildes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6_bildze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63" y="1143000"/>
            <a:ext cx="10736825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Pixel: 12 + 140 + 140 Takte = ca. 294 Takte = 2,94 µs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6144 Pixel ca. 18 ms, rechnerisch ca. 55 Bilder pro Sekunde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Modus, Winkel und Spiel ändern sich nur bei frame_tick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Die fünf Bildschirme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_bildschir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64200"/>
            <a:ext cx="11274552" cy="29181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Bosch: Symbol links (Sprite), Schriftzug rechts (Bitmap)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HHN-Logo nach Vorlage nachgezeichnet (oder eigenes PNG einsetzen)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Hinweis und Pong in Weiß auf Schwarz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Pixel-Pipeline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pixe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576" y="1143000"/>
            <a:ext cx="906780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Fünf Registerstufen: Zeile, Pixel, Palette, Sprite, Auswahl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Kurze Wege zwischen den Registern: hoher Takt ohne Probleme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Latenz 5 Takte, Wartezeit 12 Takte: keine Handshake-Logik nötig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Bilder im ROM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rom_for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595" y="1143000"/>
            <a:ext cx="950976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Pixel = 4-Bit-Index in eine 16-Farben-Palette (RGB565)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Eine Zeile = 384 Bit; 3 Bilder = 73 728 Bit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gen_rom.py zeichnet, verkleinert, reduziert auf 16 Farben und schreibt VHDL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Drehender Anker: 32 Sprites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3_spr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981" y="1143000"/>
            <a:ext cx="875898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Ring + Anker 32 mal in 5,625 Grad Schritten vorgerendert (20 x 20 Pixel)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Sprite-Fenster ersetzt im Bosch-Bild die Bitmap-Farbe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Keine Multiplikation im FPGA, saubere Kanten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Pong: Spielfeld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7_pong_spielf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923" y="1143000"/>
            <a:ext cx="8841105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Feld = Display: 96 x 64; Schläger 2 x 14, Ball 3 x 3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btn0/btn1 linker, btn2/btn3 rechter Schläger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Ball wird mit jedem Treffer schneller (max. 4 Pixel pro Bild)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Pong: Ablauf pro Bild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8_pong_abla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9880"/>
            <a:ext cx="7589520" cy="483831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37160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Ein Spielschritt pro frame_tick (ca. 55 pro Sekunde)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Wand, Treffer (x- und y-Überlappung), Tor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Zufälliger Aufschlagwinkel aus einem LFSR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Pong: Abprallwinkel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9_pong_ablenk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51" y="1143000"/>
            <a:ext cx="11144250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Vier Zonen auf dem Schläger: vy = -2, -1, +1, +2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Außen steiler, innen flacher; nie waagerecht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So lässt sich der Ball gezielt lenken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Eingänge entprellen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0_entprell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26" y="1143000"/>
            <a:ext cx="10401299" cy="4160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2 Flip-Flops gegen Metastabilität, Zähler für 10 ms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Taster: Ruhe 0, gedrückt 1; RESET: aktiv low [1]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Reset wird einsynchronisiert und initialisiert das Display neu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Simulation und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1_test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0213"/>
            <a:ext cx="11274552" cy="39460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4068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SSD1331-Modell in der Testbench liest SPI mit und baut das Bild nach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Geprüft: Init-Bytes, alle Pixel der Bilder, Drehwinkel, Pong-Schläger</a:t>
            </a:r>
          </a:p>
          <a:p>
            <a:pPr>
              <a:spcAft>
                <a:spcPts val="600"/>
              </a:spcAft>
              <a:defRPr sz="1800" b="0">
                <a:solidFill>
                  <a:srgbClr val="1E1E24"/>
                </a:solidFill>
                <a:latin typeface="Calibri"/>
              </a:defRPr>
            </a:pPr>
            <a:r>
              <a:t>• Nicht geprüft: Timing auf dem Chip, Pins, Display-Orientierung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Fazit und Ausblick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Ergebnis: vier Anwendungen plus Hinweisbild auf einem 96 x 64 Pixel Display, komplett in VHDL</a:t>
            </a:r>
          </a:p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Gelernt: SPI, Display-Initialisierung, Pipeline, Zustandsautomaten, Testbench mit Gerätemodell</a:t>
            </a:r>
          </a:p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Ideen: eigene Bilder (assets/), Siegertext in Pong, höherer SPI-Takt, Text-Zeichensatz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549F"/>
                </a:solidFill>
                <a:latin typeface="Calibri"/>
              </a:defRPr>
            </a:pPr>
            <a:r>
              <a:t>Quellen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87552"/>
            <a:ext cx="11274552" cy="45720"/>
          </a:xfrm>
          <a:prstGeom prst="rect">
            <a:avLst/>
          </a:prstGeom>
          <a:solidFill>
            <a:srgbClr val="E300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[1] Digilent: Arty A7 Reference Manual - digilent.com/reference/programmable-logic/arty-a7/reference-manual</a:t>
            </a:r>
          </a:p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[2] Digilent: Pmod OLEDrgb Reference Manual - digilent.com/reference/pmod/pmodoledrgb/reference-manual</a:t>
            </a:r>
          </a:p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[3] Solomon Systech: SSD1331 Datasheet (in [2] verlinkt)</a:t>
            </a:r>
          </a:p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[4] Digilent: Arty-A7-35-Master.xdc (Pin-Namen)</a:t>
            </a:r>
          </a:p>
          <a:p>
            <a:pPr>
              <a:spcAft>
                <a:spcPts val="600"/>
              </a:spcAft>
              <a:defRPr sz="2200" b="0">
                <a:solidFill>
                  <a:srgbClr val="1E1E24"/>
                </a:solidFill>
                <a:latin typeface="Calibri"/>
              </a:defRPr>
            </a:pPr>
            <a:r>
              <a:t>• Zugriff: Seiten über Internet-Archive-Abbild (07.11.2024), direkter Abruf lieferte HTTP 403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prj_spi  |  Pmod OLEDrgb per SPI am Arty A7-35T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777777"/>
                </a:solidFill>
                <a:latin typeface="Calibri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