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 min; insgesamt 20 min plus Fragerunde.</a:t>
            </a:r>
          </a:p>
          <a:p/>
          <a:p>
            <a:r>
              <a:t>Ziel vorstellen: sichtbare Ausgabe als Bruecke zwischen VHDL und realer Hardware. Die Aufgabe verlangt zunaechst 0; unser Tasterzaehler erweitert diese Basis. Keine reale Boardmessung behaupten.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1.5 min; insgesamt 20 min plus Fragerunde.</a:t>
            </a:r>
          </a:p>
          <a:p/>
          <a:p>
            <a:r>
              <a:t>Die Anforderungen von den Aufgabenbildern abgrenzen: Ansteuerung und Testbench sind Pflicht, der Tasterzaehler ist die gewuenschte Erweiterung. Erklaeren, warum langes Halten nicht automatisch weiterzaehlen soll.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1.5 min; insgesamt 20 min plus Fragerunde.</a:t>
            </a:r>
          </a:p>
          <a:p/>
          <a:p>
            <a:r>
              <a:t>Das Arty besitzt fuer dieses Projekt keine eigene zweistellige Anzeige. Segmentkabel und Versorgung getrennt erlaeutern. Niemals unter Spannung umstecken. Pins aus der Dokumentation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1.5 min; insgesamt 20 min plus Fragerunde.</a:t>
            </a:r>
          </a:p>
          <a:p/>
          <a:p>
            <a:r>
              <a:t>Anhand der Grafik die Segmente a bis g erklaeren. Die Ziffer 1 braucht nur b und c. Die Bitreihenfolge mit den Ports seg_r[0] bis seg_r[6] verbinden und typische Verwechslungen erwaehnen.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2 min; insgesamt 20 min plus Fragerunde.</a:t>
            </a:r>
          </a:p>
          <a:p/>
          <a:p>
            <a:r>
              <a:t>Den Weg eines Tastendrucks bis zur rechten Ziffer verfolgen. Die Resetleitung betrifft alle Zustaende. ssd_driver und Decoder sind aus dem Weckerprojekt uebernommen und werden in Phase II wiederverwendet.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1.5 min; insgesamt 20 min plus Fragerunde.</a:t>
            </a:r>
          </a:p>
          <a:p/>
          <a:p>
            <a:r>
              <a:t>Metastabilitaet und mechanisches Prellen unterscheiden. Zwei Flipflops loesen das Prellproblem nicht. Das Stabilitaetsfenster wird bei Rueckkehr zum alten Zustand neu begonnen. Millionen Takte sind bei 100 MHz nur 10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1.5 min; insgesamt 20 min plus Fragerunde.</a:t>
            </a:r>
          </a:p>
          <a:p/>
          <a:p>
            <a:r>
              <a:t>Den Zustand stable anhand Druecken-Halten-Loslassen erklaeren. Gegenueber der Wecker-Entprellung wurde Auto-Repeat bewusst nicht uebernommen. Beim Reset werden Sync-, Entprell- und Zaehlerzustaende geloescht.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1.5 min; insgesamt 20 min plus Fragerunde.</a:t>
            </a:r>
          </a:p>
          <a:p/>
          <a:p>
            <a:r>
              <a:t>src/phase1_top.vhd als lesbaren Kern zeigen. Vergleiche verwenden den alten Signalzustand. Das Segmentmuster entsteht kombinatorisch aus count. Eine 4-Bit-Darstellung allein wuerde 10 bis 15 erlauben und waere noch kein Dezimalzaehler.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1.5 min; insgesamt 20 min plus Fragerunde.</a:t>
            </a:r>
          </a:p>
          <a:p/>
          <a:p>
            <a:r>
              <a:t>DIV=100 MHz/(2*500 Hz)=100000 rechnen. Die 500 Hz sind die Bildrate je Ziffer, nicht die Sekundenbasis. Helligkeit und moegliches Ghosting sind am Board zu pruefen und werden nicht durch die RTL-Simulation bewiesen.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1.5 min; insgesamt 20 min plus Fragerunde.</a:t>
            </a:r>
          </a:p>
          <a:p/>
          <a:p>
            <a:r>
              <a:t>Auf die vollstaendige FPGA-Pintabelle im Bericht verweisen. E3 ist der Takt, C2 Reset, D9 BTN0. Das Skript waehlt phase1_top und tb_phase1_top. Vivado-Build ist noch offen; keine Timingwerte angeben.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1.5 min; insgesamt 20 min plus Fragerunde.</a:t>
            </a:r>
          </a:p>
          <a:p/>
          <a:p>
            <a:r>
              <a:t>Die Testbench beobachtet die externen Segmentausgaenge mit unabhaengigen Sollmustern. Bei beschleunigten Parametern werden beide Slots erreicht. Simulation an fallenden Flanken verhindert Vergleiche vor Abschluss der Delta-Zyklen.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1.5 min; insgesamt 20 min plus Fragerunde.</a:t>
            </a:r>
          </a:p>
          <a:p/>
          <a:p>
            <a:r>
              <a:t>Die gemeldete Zeit ist Simulationszeit mit Testparametern und keine gemessene Reaktionszeit am Board. Optional GHDL erneut ausfuehren. Boardcheckliste und offene Timinganalyse sachlich benennen.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 min; insgesamt 20 min plus Fragerunde.</a:t>
            </a:r>
          </a:p>
          <a:p/>
          <a:p>
            <a:r>
              <a:t>Die Gesamtarchitektur fuer Phase I und II zusammenfuehren. Der neue Zaehler besitzt keinen Start-/Stop-Taster. Die Anzeige wird kontinuierlich gemultiplext, auch wenn der Sekundenzaehler zwischen zwei Ereignissen unveraendert bleibt.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Zeitbudget: 1 min; insgesamt 20 min plus Fragerunde.</a:t>
            </a:r>
          </a:p>
          <a:p/>
          <a:p>
            <a:r>
              <a:t>Die drei Lernziele zusammenfassen: sichere Eingangserfassung, Zustandslogik und physikalische Anzeige. Auf ausfuehrliche Quellen-URLs im Bericht hinweisen. Nach 20 Minuten die separate Fragerunde beginnen.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7-Segment-Anzeige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187451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Phase I | Manueller Zaehler am Arty A7-35T</a:t>
            </a:r>
          </a:p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0 ... 9 mit BTN0 | Reset auf 0</a:t>
            </a:r>
          </a:p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Autor / Gruppe: noch zu ergaenzen</a:t>
            </a:r>
          </a:p>
        </p:txBody>
      </p:sp>
      <p:pic>
        <p:nvPicPr>
          <p:cNvPr id="6" name="Picture 5" descr="block_ph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86200"/>
            <a:ext cx="1060704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Aufgabe und Abnahmekriterien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Startwert rechts 0, linke Ziffer dunkel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Ein Tastendruck ergibt genau einen Schritt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9 -&gt; 0; Reset funktioniert in jedem Zustand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Arty + externes Pmod SSD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100-MHz-Systemtakt; externe Anzeige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JA/JB, jeweils untere Signalreihe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3,3 V, gemeinsame Masse, Orientierung pruefen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Welche Segmente leuchten?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187451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Aktiv High: 1 schaltet das Segment ein</a:t>
            </a:r>
          </a:p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Vektorreihenfolge gfedcba</a:t>
            </a:r>
          </a:p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0: 0111111 | 1: 0000110</a:t>
            </a:r>
          </a:p>
        </p:txBody>
      </p:sp>
      <p:pic>
        <p:nvPicPr>
          <p:cNvPr id="6" name="Picture 5" descr="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86200"/>
            <a:ext cx="1060704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Architektur statt Einzellogik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187451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Taster -&gt; Synchronisation -&gt; Entprellung</a:t>
            </a:r>
          </a:p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Zaehler -&gt; Multiplexer -&gt; Decoder</a:t>
            </a:r>
          </a:p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Ein Systemtakt, klar getrennte Aufgaben</a:t>
            </a:r>
          </a:p>
        </p:txBody>
      </p:sp>
      <p:pic>
        <p:nvPicPr>
          <p:cNvPr id="6" name="Picture 5" descr="block_pha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86200"/>
            <a:ext cx="1060704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Ein Druck, mehrere elektrische Flanken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Zwei Flipflops synchronisieren BTN0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10 ms stabiler Pegel vor der Uebernahme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Nur akzeptierte Low-&gt;High-Flanke zaehlt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Halten ist kein zweiter Tastendruck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stable=0 -&gt; 1: Zaehler +1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stable=1: keine Tastenwiederholung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Loslassen gibt den naechsten Druck frei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RTL: 9 ist die Umlaufgrenze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Begrenzter Zustand: natural range 0 to 9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Am gueltigen Ereignis: 9 -&gt; 0, sonst +1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Keine Verzoegerungen im synthetisierbaren RTL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Zwei Stellen, gemeinsame Leitungen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1 ms je Slot; 2 ms je vollstaendigem Bild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500 Hz Wiederholung pro Ziffer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Phase I: linker Slot wird dunkel geschaltet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Pinbelegung und Projektanlage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Segmente a..d: JA7..JA10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Segmente e..g + Select: JB7..JB10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XDC + Tcl: eigenstaendiges VHDL-2008-Projekt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Testbench als automatischer Pruefer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Prellen, Halten, Loslassen, alle Ziffern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Rechter Slot korrekt; linker Slot dunkel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Reset und 9 -&gt; 0 werden geprueft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Ergebnis und noch offene Nachweise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GHDL 6.0.0: alle Phase-I-Assertions bestanden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Testende nach 7.290 ns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Vivado-Timing und realer Boardtest: offen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Phase II baut darauf auf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187451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Tasterereignis wird Sekunden-Enable</a:t>
            </a:r>
          </a:p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Zaehlerbereich waechst auf 00 ... 99</a:t>
            </a:r>
          </a:p>
          <a:p>
            <a:pPr>
              <a:spcAft>
                <a:spcPts val="1200"/>
              </a:spcAft>
              <a:defRPr sz="2300" b="0">
                <a:solidFill>
                  <a:srgbClr val="20272B"/>
                </a:solidFill>
                <a:latin typeface="Calibri"/>
              </a:defRPr>
            </a:pPr>
            <a:r>
              <a:t>Decoder, Pins und Multiplexer bleiben gleich</a:t>
            </a:r>
          </a:p>
        </p:txBody>
      </p:sp>
      <p:pic>
        <p:nvPicPr>
          <p:cNvPr id="6" name="Picture 5" descr="block_ph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886200"/>
            <a:ext cx="10607040" cy="2423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607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7F86"/>
                </a:solidFill>
                <a:latin typeface="Calibri"/>
              </a:defRPr>
            </a:pPr>
            <a:r>
              <a:t>DIGITALE SCHALTUNGSTECHNIK /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88136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20272B"/>
                </a:solidFill>
                <a:latin typeface="Calibri"/>
              </a:defRPr>
            </a:pPr>
            <a:r>
              <a:t>Fazit und Fragerunde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Eingang, Zustand und Anzeige sauber getrennt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Reproduzierbare Quellen und Tests enthalten</a:t>
            </a:r>
          </a:p>
          <a:p>
            <a:pPr>
              <a:spcAft>
                <a:spcPts val="1200"/>
              </a:spcAft>
              <a:defRPr sz="2700" b="0">
                <a:solidFill>
                  <a:srgbClr val="20272B"/>
                </a:solidFill>
                <a:latin typeface="Calibri"/>
              </a:defRPr>
            </a:pPr>
            <a:r>
              <a:t>Quellen: Aufgabenbilder, Digilent, GHDL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87552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6646B"/>
                </a:solidFill>
                <a:latin typeface="Calibri"/>
              </a:defRPr>
            </a:pPr>
            <a:r>
              <a:t>Arty A7-35T + Pmod SSD | Laborpraesentation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94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92C38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